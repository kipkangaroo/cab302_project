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62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4237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141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6423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1930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657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4981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3950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983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7797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2204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36795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AB98BD2-A0B8-4E26-9FAA-80187A0104E6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BDC37DA-8473-4924-8EC4-634E74F98A65}" type="slidenum">
              <a:rPr lang="en-AU" smtClean="0"/>
              <a:t>‹#›</a:t>
            </a:fld>
            <a:endParaRPr lang="en-A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7707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0667B-4D00-5D41-5CE4-457A512B96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9184" y="1041400"/>
            <a:ext cx="9413631" cy="2387600"/>
          </a:xfrm>
        </p:spPr>
        <p:txBody>
          <a:bodyPr/>
          <a:lstStyle/>
          <a:p>
            <a:r>
              <a:rPr lang="en-AU" dirty="0"/>
              <a:t>CAB302 Week 9 Project Demo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2C4F2A-2DF9-0C39-7E6A-7703EAE51D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dirty="0"/>
              <a:t>Group: </a:t>
            </a:r>
            <a:r>
              <a:rPr lang="en-AU" dirty="0" err="1"/>
              <a:t>LockedIn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82685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1D4EB-3CAD-208B-782C-2B303B057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Agile Planning - User Stories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78B68-C046-0FCF-BA3A-3C52F9DB0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 b="1" u="sng" dirty="0"/>
          </a:p>
          <a:p>
            <a:endParaRPr lang="en-AU" b="1" u="sng" dirty="0"/>
          </a:p>
          <a:p>
            <a:endParaRPr lang="en-AU" b="1" u="sng" dirty="0"/>
          </a:p>
          <a:p>
            <a:endParaRPr lang="en-AU" b="1" u="sng" dirty="0"/>
          </a:p>
          <a:p>
            <a:endParaRPr lang="en-AU" b="1" u="sng" dirty="0"/>
          </a:p>
          <a:p>
            <a:endParaRPr lang="en-AU" b="1" u="sng" dirty="0"/>
          </a:p>
          <a:p>
            <a:endParaRPr lang="en-AU" b="1" u="sng" dirty="0"/>
          </a:p>
          <a:p>
            <a:r>
              <a:rPr lang="en-US" dirty="0" err="1"/>
              <a:t>Github</a:t>
            </a:r>
            <a:r>
              <a:rPr lang="en-US" dirty="0"/>
              <a:t> file path: Resources/User Stories/MoSCoW_User_Stories_Full.pdf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45488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B24C7-DD7E-DED3-8A6B-980857324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Agile Planning – Jira Sprints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90193-A8D9-EB24-97FB-626A143D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90089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D0F33-75EB-F80D-3A52-96FB7ECF9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Agile Planning - </a:t>
            </a:r>
            <a:r>
              <a:rPr lang="en-AU" dirty="0" err="1"/>
              <a:t>Github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55F29-B0BB-2D39-D32B-984E47D21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8164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BD3CD-B9E2-9BCC-DDDA-E163303E4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Object-Oriented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FDE4B-CCEF-5CFB-5079-ED51C5D40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4650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31335-53DF-A145-2AA8-BD53B8706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Version Control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3E35C-CB06-23C9-01FD-F715C6AE8A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3252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ABF5B-D885-4CCF-406C-05A069120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Test-Driven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285A8-6403-D04A-8E78-FD7A6E91A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0616635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</TotalTime>
  <Words>47</Words>
  <Application>Microsoft Office PowerPoint</Application>
  <PresentationFormat>Widescreen</PresentationFormat>
  <Paragraphs>16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Calibri</vt:lpstr>
      <vt:lpstr>Calibri Light</vt:lpstr>
      <vt:lpstr>Retrospect</vt:lpstr>
      <vt:lpstr>CAB302 Week 9 Project Demo</vt:lpstr>
      <vt:lpstr>Agile Planning - User Stories</vt:lpstr>
      <vt:lpstr>Agile Planning – Jira Sprints</vt:lpstr>
      <vt:lpstr>Agile Planning - Github</vt:lpstr>
      <vt:lpstr>Object-Oriented Design</vt:lpstr>
      <vt:lpstr>Version Control Workflow</vt:lpstr>
      <vt:lpstr>Test-Driven Development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Kasper Hendriks</dc:creator>
  <cp:lastModifiedBy>Kasper Hendriks</cp:lastModifiedBy>
  <cp:revision>2</cp:revision>
  <dcterms:created xsi:type="dcterms:W3CDTF">2026-04-30T22:41:47Z</dcterms:created>
  <dcterms:modified xsi:type="dcterms:W3CDTF">2026-04-30T22:52:07Z</dcterms:modified>
</cp:coreProperties>
</file>