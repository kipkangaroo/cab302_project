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  <p:sldId id="264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endriks" userId="87ed363209cb0fb2" providerId="LiveId" clId="{8DFFDB7F-9F00-4526-B830-325026E5AD88}"/>
    <pc:docChg chg="undo custSel addSld delSld modSld sldOrd">
      <pc:chgData name="Kasper Hendriks" userId="87ed363209cb0fb2" providerId="LiveId" clId="{8DFFDB7F-9F00-4526-B830-325026E5AD88}" dt="2026-05-01T03:54:49.868" v="577"/>
      <pc:docMkLst>
        <pc:docMk/>
      </pc:docMkLst>
      <pc:sldChg chg="modSp mod">
        <pc:chgData name="Kasper Hendriks" userId="87ed363209cb0fb2" providerId="LiveId" clId="{8DFFDB7F-9F00-4526-B830-325026E5AD88}" dt="2026-05-01T03:45:38.461" v="332" actId="20577"/>
        <pc:sldMkLst>
          <pc:docMk/>
          <pc:sldMk cId="2645488123" sldId="257"/>
        </pc:sldMkLst>
        <pc:spChg chg="mod">
          <ac:chgData name="Kasper Hendriks" userId="87ed363209cb0fb2" providerId="LiveId" clId="{8DFFDB7F-9F00-4526-B830-325026E5AD88}" dt="2026-05-01T03:35:39.735" v="127" actId="20577"/>
          <ac:spMkLst>
            <pc:docMk/>
            <pc:sldMk cId="2645488123" sldId="257"/>
            <ac:spMk id="2" creationId="{3501D4EB-3CAD-208B-782C-2B303B057A72}"/>
          </ac:spMkLst>
        </pc:spChg>
        <pc:spChg chg="mod">
          <ac:chgData name="Kasper Hendriks" userId="87ed363209cb0fb2" providerId="LiveId" clId="{8DFFDB7F-9F00-4526-B830-325026E5AD88}" dt="2026-05-01T03:45:38.461" v="332" actId="20577"/>
          <ac:spMkLst>
            <pc:docMk/>
            <pc:sldMk cId="2645488123" sldId="257"/>
            <ac:spMk id="3" creationId="{DFF78B68-C046-0FCF-BA3A-3C52F9DB026E}"/>
          </ac:spMkLst>
        </pc:spChg>
      </pc:sldChg>
      <pc:sldChg chg="modSp mod">
        <pc:chgData name="Kasper Hendriks" userId="87ed363209cb0fb2" providerId="LiveId" clId="{8DFFDB7F-9F00-4526-B830-325026E5AD88}" dt="2026-05-01T03:36:59.676" v="180" actId="20577"/>
        <pc:sldMkLst>
          <pc:docMk/>
          <pc:sldMk cId="2294650106" sldId="258"/>
        </pc:sldMkLst>
        <pc:spChg chg="mod">
          <ac:chgData name="Kasper Hendriks" userId="87ed363209cb0fb2" providerId="LiveId" clId="{8DFFDB7F-9F00-4526-B830-325026E5AD88}" dt="2026-05-01T03:36:59.676" v="180" actId="20577"/>
          <ac:spMkLst>
            <pc:docMk/>
            <pc:sldMk cId="2294650106" sldId="258"/>
            <ac:spMk id="2" creationId="{A5FBD3CD-B9E2-9BCC-DDDA-E163303E4FC0}"/>
          </ac:spMkLst>
        </pc:spChg>
      </pc:sldChg>
      <pc:sldChg chg="modSp mod">
        <pc:chgData name="Kasper Hendriks" userId="87ed363209cb0fb2" providerId="LiveId" clId="{8DFFDB7F-9F00-4526-B830-325026E5AD88}" dt="2026-05-01T03:39:06.839" v="323" actId="20577"/>
        <pc:sldMkLst>
          <pc:docMk/>
          <pc:sldMk cId="3533252748" sldId="259"/>
        </pc:sldMkLst>
        <pc:spChg chg="mod">
          <ac:chgData name="Kasper Hendriks" userId="87ed363209cb0fb2" providerId="LiveId" clId="{8DFFDB7F-9F00-4526-B830-325026E5AD88}" dt="2026-05-01T03:37:07.073" v="192" actId="20577"/>
          <ac:spMkLst>
            <pc:docMk/>
            <pc:sldMk cId="3533252748" sldId="259"/>
            <ac:spMk id="2" creationId="{00D31335-53DF-A145-2AA8-BD53B8706365}"/>
          </ac:spMkLst>
        </pc:spChg>
        <pc:spChg chg="mod">
          <ac:chgData name="Kasper Hendriks" userId="87ed363209cb0fb2" providerId="LiveId" clId="{8DFFDB7F-9F00-4526-B830-325026E5AD88}" dt="2026-05-01T03:39:06.839" v="323" actId="20577"/>
          <ac:spMkLst>
            <pc:docMk/>
            <pc:sldMk cId="3533252748" sldId="259"/>
            <ac:spMk id="3" creationId="{AFF3E35C-CB06-23C9-01FD-F715C6AE8A2C}"/>
          </ac:spMkLst>
        </pc:spChg>
      </pc:sldChg>
      <pc:sldChg chg="modSp mod">
        <pc:chgData name="Kasper Hendriks" userId="87ed363209cb0fb2" providerId="LiveId" clId="{8DFFDB7F-9F00-4526-B830-325026E5AD88}" dt="2026-05-01T03:48:20.051" v="412" actId="20577"/>
        <pc:sldMkLst>
          <pc:docMk/>
          <pc:sldMk cId="4006166357" sldId="260"/>
        </pc:sldMkLst>
        <pc:spChg chg="mod">
          <ac:chgData name="Kasper Hendriks" userId="87ed363209cb0fb2" providerId="LiveId" clId="{8DFFDB7F-9F00-4526-B830-325026E5AD88}" dt="2026-05-01T03:48:11.955" v="360" actId="20577"/>
          <ac:spMkLst>
            <pc:docMk/>
            <pc:sldMk cId="4006166357" sldId="260"/>
            <ac:spMk id="2" creationId="{472ABF5B-D885-4CCF-406C-05A069120570}"/>
          </ac:spMkLst>
        </pc:spChg>
        <pc:spChg chg="mod">
          <ac:chgData name="Kasper Hendriks" userId="87ed363209cb0fb2" providerId="LiveId" clId="{8DFFDB7F-9F00-4526-B830-325026E5AD88}" dt="2026-05-01T03:48:20.051" v="412" actId="20577"/>
          <ac:spMkLst>
            <pc:docMk/>
            <pc:sldMk cId="4006166357" sldId="260"/>
            <ac:spMk id="3" creationId="{231285A8-6403-D04A-8E78-FD7A6E91A580}"/>
          </ac:spMkLst>
        </pc:spChg>
      </pc:sldChg>
      <pc:sldChg chg="del">
        <pc:chgData name="Kasper Hendriks" userId="87ed363209cb0fb2" providerId="LiveId" clId="{8DFFDB7F-9F00-4526-B830-325026E5AD88}" dt="2026-05-01T03:35:36.302" v="126" actId="47"/>
        <pc:sldMkLst>
          <pc:docMk/>
          <pc:sldMk cId="1290089518" sldId="261"/>
        </pc:sldMkLst>
      </pc:sldChg>
      <pc:sldChg chg="modSp mod">
        <pc:chgData name="Kasper Hendriks" userId="87ed363209cb0fb2" providerId="LiveId" clId="{8DFFDB7F-9F00-4526-B830-325026E5AD88}" dt="2026-05-01T03:49:46.870" v="448" actId="20577"/>
        <pc:sldMkLst>
          <pc:docMk/>
          <pc:sldMk cId="2978164609" sldId="262"/>
        </pc:sldMkLst>
        <pc:spChg chg="mod">
          <ac:chgData name="Kasper Hendriks" userId="87ed363209cb0fb2" providerId="LiveId" clId="{8DFFDB7F-9F00-4526-B830-325026E5AD88}" dt="2026-05-01T03:36:45.504" v="148" actId="20577"/>
          <ac:spMkLst>
            <pc:docMk/>
            <pc:sldMk cId="2978164609" sldId="262"/>
            <ac:spMk id="2" creationId="{D51D0F33-75EB-F80D-3A52-96FB7ECF97C4}"/>
          </ac:spMkLst>
        </pc:spChg>
        <pc:spChg chg="mod">
          <ac:chgData name="Kasper Hendriks" userId="87ed363209cb0fb2" providerId="LiveId" clId="{8DFFDB7F-9F00-4526-B830-325026E5AD88}" dt="2026-05-01T03:49:46.870" v="448" actId="20577"/>
          <ac:spMkLst>
            <pc:docMk/>
            <pc:sldMk cId="2978164609" sldId="262"/>
            <ac:spMk id="3" creationId="{78955F29-B0BB-2D39-D32B-984E47D21025}"/>
          </ac:spMkLst>
        </pc:spChg>
      </pc:sldChg>
      <pc:sldChg chg="modSp new mod">
        <pc:chgData name="Kasper Hendriks" userId="87ed363209cb0fb2" providerId="LiveId" clId="{8DFFDB7F-9F00-4526-B830-325026E5AD88}" dt="2026-05-01T03:35:28.956" v="125" actId="20577"/>
        <pc:sldMkLst>
          <pc:docMk/>
          <pc:sldMk cId="445307200" sldId="263"/>
        </pc:sldMkLst>
        <pc:spChg chg="mod">
          <ac:chgData name="Kasper Hendriks" userId="87ed363209cb0fb2" providerId="LiveId" clId="{8DFFDB7F-9F00-4526-B830-325026E5AD88}" dt="2026-05-01T03:14:15.703" v="20" actId="20577"/>
          <ac:spMkLst>
            <pc:docMk/>
            <pc:sldMk cId="445307200" sldId="263"/>
            <ac:spMk id="2" creationId="{B0D63501-6445-410D-3FB0-AA470B8D2244}"/>
          </ac:spMkLst>
        </pc:spChg>
        <pc:spChg chg="mod">
          <ac:chgData name="Kasper Hendriks" userId="87ed363209cb0fb2" providerId="LiveId" clId="{8DFFDB7F-9F00-4526-B830-325026E5AD88}" dt="2026-05-01T03:35:28.956" v="125" actId="20577"/>
          <ac:spMkLst>
            <pc:docMk/>
            <pc:sldMk cId="445307200" sldId="263"/>
            <ac:spMk id="3" creationId="{99FF19A5-7E34-F76E-0A69-F054720105A4}"/>
          </ac:spMkLst>
        </pc:spChg>
      </pc:sldChg>
      <pc:sldChg chg="modSp new mod">
        <pc:chgData name="Kasper Hendriks" userId="87ed363209cb0fb2" providerId="LiveId" clId="{8DFFDB7F-9F00-4526-B830-325026E5AD88}" dt="2026-05-01T03:50:35" v="468" actId="20577"/>
        <pc:sldMkLst>
          <pc:docMk/>
          <pc:sldMk cId="3731580114" sldId="264"/>
        </pc:sldMkLst>
        <pc:spChg chg="mod">
          <ac:chgData name="Kasper Hendriks" userId="87ed363209cb0fb2" providerId="LiveId" clId="{8DFFDB7F-9F00-4526-B830-325026E5AD88}" dt="2026-05-01T03:50:26.370" v="464" actId="20577"/>
          <ac:spMkLst>
            <pc:docMk/>
            <pc:sldMk cId="3731580114" sldId="264"/>
            <ac:spMk id="2" creationId="{A4AE0A10-B3AE-552F-8344-5C59660A74E2}"/>
          </ac:spMkLst>
        </pc:spChg>
        <pc:spChg chg="mod">
          <ac:chgData name="Kasper Hendriks" userId="87ed363209cb0fb2" providerId="LiveId" clId="{8DFFDB7F-9F00-4526-B830-325026E5AD88}" dt="2026-05-01T03:50:35" v="468" actId="20577"/>
          <ac:spMkLst>
            <pc:docMk/>
            <pc:sldMk cId="3731580114" sldId="264"/>
            <ac:spMk id="3" creationId="{CDD87CCE-CE9F-E7AB-74C1-FE46ACF9B231}"/>
          </ac:spMkLst>
        </pc:spChg>
      </pc:sldChg>
      <pc:sldChg chg="modSp new mod">
        <pc:chgData name="Kasper Hendriks" userId="87ed363209cb0fb2" providerId="LiveId" clId="{8DFFDB7F-9F00-4526-B830-325026E5AD88}" dt="2026-05-01T03:53:04.176" v="558" actId="20577"/>
        <pc:sldMkLst>
          <pc:docMk/>
          <pc:sldMk cId="919223682" sldId="265"/>
        </pc:sldMkLst>
        <pc:spChg chg="mod">
          <ac:chgData name="Kasper Hendriks" userId="87ed363209cb0fb2" providerId="LiveId" clId="{8DFFDB7F-9F00-4526-B830-325026E5AD88}" dt="2026-05-01T03:53:04.176" v="558" actId="20577"/>
          <ac:spMkLst>
            <pc:docMk/>
            <pc:sldMk cId="919223682" sldId="265"/>
            <ac:spMk id="2" creationId="{1C107ECD-831C-8D74-417A-556FA700DFB2}"/>
          </ac:spMkLst>
        </pc:spChg>
      </pc:sldChg>
      <pc:sldChg chg="modSp new mod ord">
        <pc:chgData name="Kasper Hendriks" userId="87ed363209cb0fb2" providerId="LiveId" clId="{8DFFDB7F-9F00-4526-B830-325026E5AD88}" dt="2026-05-01T03:52:45.221" v="553" actId="20577"/>
        <pc:sldMkLst>
          <pc:docMk/>
          <pc:sldMk cId="1441937421" sldId="266"/>
        </pc:sldMkLst>
        <pc:spChg chg="mod">
          <ac:chgData name="Kasper Hendriks" userId="87ed363209cb0fb2" providerId="LiveId" clId="{8DFFDB7F-9F00-4526-B830-325026E5AD88}" dt="2026-05-01T03:52:45.221" v="553" actId="20577"/>
          <ac:spMkLst>
            <pc:docMk/>
            <pc:sldMk cId="1441937421" sldId="266"/>
            <ac:spMk id="2" creationId="{083CEA2D-89BB-E877-DD77-D6078BCCC4F4}"/>
          </ac:spMkLst>
        </pc:spChg>
      </pc:sldChg>
      <pc:sldChg chg="addSp delSp modSp new mod">
        <pc:chgData name="Kasper Hendriks" userId="87ed363209cb0fb2" providerId="LiveId" clId="{8DFFDB7F-9F00-4526-B830-325026E5AD88}" dt="2026-05-01T03:54:49.868" v="577"/>
        <pc:sldMkLst>
          <pc:docMk/>
          <pc:sldMk cId="1062972772" sldId="267"/>
        </pc:sldMkLst>
        <pc:spChg chg="mod">
          <ac:chgData name="Kasper Hendriks" userId="87ed363209cb0fb2" providerId="LiveId" clId="{8DFFDB7F-9F00-4526-B830-325026E5AD88}" dt="2026-05-01T03:53:12.998" v="569" actId="20577"/>
          <ac:spMkLst>
            <pc:docMk/>
            <pc:sldMk cId="1062972772" sldId="267"/>
            <ac:spMk id="2" creationId="{1ACBFDC0-BCF9-F8D6-80D5-DF6D26CC3E26}"/>
          </ac:spMkLst>
        </pc:spChg>
        <pc:spChg chg="add del mod">
          <ac:chgData name="Kasper Hendriks" userId="87ed363209cb0fb2" providerId="LiveId" clId="{8DFFDB7F-9F00-4526-B830-325026E5AD88}" dt="2026-05-01T03:54:49.868" v="577"/>
          <ac:spMkLst>
            <pc:docMk/>
            <pc:sldMk cId="1062972772" sldId="267"/>
            <ac:spMk id="3" creationId="{B31B569C-270D-BE3C-6E68-AC692A28F1DE}"/>
          </ac:spMkLst>
        </pc:spChg>
        <pc:spChg chg="add mod">
          <ac:chgData name="Kasper Hendriks" userId="87ed363209cb0fb2" providerId="LiveId" clId="{8DFFDB7F-9F00-4526-B830-325026E5AD88}" dt="2026-05-01T03:54:47.769" v="575"/>
          <ac:spMkLst>
            <pc:docMk/>
            <pc:sldMk cId="1062972772" sldId="267"/>
            <ac:spMk id="4" creationId="{CA3ADCC5-FA09-6D03-CA99-4B8FAB3206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23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14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42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930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657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498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395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8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79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20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79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AB98BD2-A0B8-4E26-9FAA-80187A0104E6}" type="datetimeFigureOut">
              <a:rPr lang="en-AU" smtClean="0"/>
              <a:t>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BDC37DA-8473-4924-8EC4-634E74F98A65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70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667B-4D00-5D41-5CE4-457A512B9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184" y="1041400"/>
            <a:ext cx="9413631" cy="2387600"/>
          </a:xfrm>
        </p:spPr>
        <p:txBody>
          <a:bodyPr/>
          <a:lstStyle/>
          <a:p>
            <a:r>
              <a:rPr lang="en-AU" dirty="0"/>
              <a:t>CAB302 Week 9 Project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C4F2A-2DF9-0C39-7E6A-7703EAE51D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Group: </a:t>
            </a:r>
            <a:r>
              <a:rPr lang="en-AU" dirty="0" err="1"/>
              <a:t>LockedIn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268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3501-6445-410D-3FB0-AA470B8D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19A5-7E34-F76E-0A69-F05472010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- similar applications</a:t>
            </a:r>
          </a:p>
          <a:p>
            <a:r>
              <a:rPr lang="en-AU" dirty="0"/>
              <a:t>- functionally both apps</a:t>
            </a:r>
          </a:p>
          <a:p>
            <a:r>
              <a:rPr lang="en-AU" dirty="0"/>
              <a:t>- ai implementation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530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D4EB-3CAD-208B-782C-2B303B05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78B68-C046-0FCF-BA3A-3C52F9DB0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b="1" u="sng" dirty="0"/>
          </a:p>
          <a:p>
            <a:pPr marL="0" indent="0">
              <a:buNone/>
            </a:pPr>
            <a:r>
              <a:rPr lang="en-AU" dirty="0"/>
              <a:t>prioritisation, estimate, acceptance criteria</a:t>
            </a:r>
            <a:endParaRPr lang="en-AU" b="1" u="sng" dirty="0"/>
          </a:p>
          <a:p>
            <a:endParaRPr lang="en-AU" b="1" u="sng" dirty="0"/>
          </a:p>
          <a:p>
            <a:endParaRPr lang="en-AU" b="1" u="sng" dirty="0"/>
          </a:p>
          <a:p>
            <a:endParaRPr lang="en-AU" b="1" u="sng" dirty="0"/>
          </a:p>
          <a:p>
            <a:endParaRPr lang="en-AU" b="1" u="sng" dirty="0"/>
          </a:p>
          <a:p>
            <a:endParaRPr lang="en-AU" b="1" u="sng" dirty="0"/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file path: Resources/User Stories/MoSCoW_User_Stories_Full.pdf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548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0F33-75EB-F80D-3A52-96FB7ECF9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Team Planning - Jira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5F29-B0BB-2D39-D32B-984E47D21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Show sprints</a:t>
            </a:r>
          </a:p>
          <a:p>
            <a:r>
              <a:rPr lang="en-AU" dirty="0"/>
              <a:t>Show sprint completion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816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D3CD-B9E2-9BCC-DDDA-E163303E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Low-Fidelity UI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FDE4B-CCEF-5CFB-5079-ED51C5D40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465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1335-53DF-A145-2AA8-BD53B870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3E35C-CB06-23C9-01FD-F715C6AE8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- link project demo video.</a:t>
            </a:r>
          </a:p>
          <a:p>
            <a:endParaRPr lang="en-AU" dirty="0"/>
          </a:p>
          <a:p>
            <a:r>
              <a:rPr lang="en-AU" dirty="0"/>
              <a:t>Demonstrate persistent databases, create account error handling, </a:t>
            </a:r>
          </a:p>
        </p:txBody>
      </p:sp>
    </p:spTree>
    <p:extLst>
      <p:ext uri="{BB962C8B-B14F-4D97-AF65-F5344CB8AC3E}">
        <p14:creationId xmlns:p14="http://schemas.microsoft.com/office/powerpoint/2010/main" val="353325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BF5B-D885-4CCF-406C-05A06912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PM Tool Usage - Jira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285A8-6403-D04A-8E78-FD7A6E91A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Examples of tasks</a:t>
            </a:r>
          </a:p>
          <a:p>
            <a:r>
              <a:rPr lang="en-AU" dirty="0"/>
              <a:t>Task completion</a:t>
            </a:r>
          </a:p>
          <a:p>
            <a:r>
              <a:rPr lang="en-AU" dirty="0"/>
              <a:t>Task allocation</a:t>
            </a:r>
          </a:p>
        </p:txBody>
      </p:sp>
    </p:spTree>
    <p:extLst>
      <p:ext uri="{BB962C8B-B14F-4D97-AF65-F5344CB8AC3E}">
        <p14:creationId xmlns:p14="http://schemas.microsoft.com/office/powerpoint/2010/main" val="4006166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0A10-B3AE-552F-8344-5C59660A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87CCE-CE9F-E7AB-74C1-FE46ACF9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- commits, branches, authorship</a:t>
            </a:r>
          </a:p>
        </p:txBody>
      </p:sp>
    </p:spTree>
    <p:extLst>
      <p:ext uri="{BB962C8B-B14F-4D97-AF65-F5344CB8AC3E}">
        <p14:creationId xmlns:p14="http://schemas.microsoft.com/office/powerpoint/2010/main" val="373158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EA2D-89BB-E877-DD77-D6078BCC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Java Walkthrough – Pt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BC791-C4BA-1AC4-0103-268CD36B0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93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07ECD-831C-8D74-417A-556FA700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Java Walkthrough – Pt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61615-93D5-2417-A0B5-803151B47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22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FDC0-BCF9-F8D6-80D5-DF6D26CC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Test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B569C-270D-BE3C-6E68-AC692A28F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Explain test purpose</a:t>
            </a:r>
          </a:p>
          <a:p>
            <a:r>
              <a:rPr lang="en-GB" dirty="0"/>
              <a:t>Show Red-Green-Refactor evidence</a:t>
            </a:r>
          </a:p>
          <a:p>
            <a:r>
              <a:rPr lang="en-GB" dirty="0"/>
              <a:t>Run tests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29727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115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CAB302 Week 9 Project Demo</vt:lpstr>
      <vt:lpstr>Project Introduction</vt:lpstr>
      <vt:lpstr>User Stories</vt:lpstr>
      <vt:lpstr>Team Planning - Jira</vt:lpstr>
      <vt:lpstr>Low-Fidelity UI Prototyping</vt:lpstr>
      <vt:lpstr>Project Demo</vt:lpstr>
      <vt:lpstr>PM Tool Usage - Jira</vt:lpstr>
      <vt:lpstr>Version Control</vt:lpstr>
      <vt:lpstr>Java Walkthrough – Pt 1</vt:lpstr>
      <vt:lpstr>Java Walkthrough – Pt 2</vt:lpstr>
      <vt:lpstr>Test Suite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Kasper Hendriks</dc:creator>
  <cp:lastModifiedBy>Kasper Hendriks</cp:lastModifiedBy>
  <cp:revision>2</cp:revision>
  <dcterms:created xsi:type="dcterms:W3CDTF">2026-04-30T22:41:47Z</dcterms:created>
  <dcterms:modified xsi:type="dcterms:W3CDTF">2026-05-01T03:54:51Z</dcterms:modified>
</cp:coreProperties>
</file>